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1563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548640"/>
            <a:ext cx="2011680" cy="201168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463040" y="7772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Jackfruit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63040" y="157276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Container Runtime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7772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23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containers from scratch using core OS concepts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97280" y="3108960"/>
            <a:ext cx="2011680" cy="1005840"/>
          </a:xfrm>
          <a:prstGeom prst="rect">
            <a:avLst/>
          </a:prstGeom>
          <a:solidFill>
            <a:srgbClr val="162533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31089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 Engine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0" y="3108960"/>
            <a:ext cx="2011680" cy="1005840"/>
          </a:xfrm>
          <a:prstGeom prst="rect">
            <a:avLst/>
          </a:prstGeom>
          <a:solidFill>
            <a:srgbClr val="162533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31089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🧭  Supervisor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3108960"/>
            <a:ext cx="2011680" cy="1005840"/>
          </a:xfrm>
          <a:prstGeom prst="rect">
            <a:avLst/>
          </a:prstGeom>
          <a:solidFill>
            <a:srgbClr val="162533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31089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🔬  Kernel Module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E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Pruthviraj Patil  |  PES1UG24CS345          Rajat Kooge  |  PES1UG24CS362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a Container?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3566160"/>
          </a:xfrm>
          <a:prstGeom prst="rect">
            <a:avLst/>
          </a:prstGeom>
          <a:solidFill>
            <a:srgbClr val="0F202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</a:rPr>
              <a:t>📦  Definition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 container is an isolated process running on the host OS kernel.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Unlike VMs, containers share the kernel but have their own: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 • Filesystem (rootfs)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 • Process space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 • Memory limits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 • CPU priority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This project builds one WITHOUT Docker.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08665" y="914400"/>
            <a:ext cx="4069080" cy="3566160"/>
          </a:xfrm>
          <a:prstGeom prst="rect">
            <a:avLst/>
          </a:prstGeom>
          <a:solidFill>
            <a:srgbClr val="E8F4F8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914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027"/>
                </a:solidFill>
              </a:rPr>
              <a:t>VM  vs  Container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46073" y="1417320"/>
            <a:ext cx="39319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508760"/>
            <a:ext cx="1554480" cy="475488"/>
          </a:xfrm>
          <a:prstGeom prst="rect">
            <a:avLst/>
          </a:prstGeom>
          <a:solidFill>
            <a:srgbClr val="00B4D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50876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37960" y="1508760"/>
            <a:ext cx="1188720" cy="475488"/>
          </a:xfrm>
          <a:prstGeom prst="rect">
            <a:avLst/>
          </a:prstGeom>
          <a:solidFill>
            <a:srgbClr val="00B4D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5087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26680" y="1508760"/>
            <a:ext cx="1188720" cy="475488"/>
          </a:xfrm>
          <a:prstGeom prst="rect">
            <a:avLst/>
          </a:prstGeom>
          <a:solidFill>
            <a:srgbClr val="00B4D8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15087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Container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83480" y="2020824"/>
            <a:ext cx="1554480" cy="475488"/>
          </a:xfrm>
          <a:prstGeom prst="rect">
            <a:avLst/>
          </a:prstGeom>
          <a:solidFill>
            <a:srgbClr val="EAF6FB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02082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2027"/>
                </a:solidFill>
              </a:rPr>
              <a:t>Kernel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2020824"/>
            <a:ext cx="1188720" cy="475488"/>
          </a:xfrm>
          <a:prstGeom prst="rect">
            <a:avLst/>
          </a:prstGeom>
          <a:solidFill>
            <a:srgbClr val="EAF6FB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02082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2027"/>
                </a:solidFill>
              </a:rPr>
              <a:t>Own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26680" y="2020824"/>
            <a:ext cx="1188720" cy="475488"/>
          </a:xfrm>
          <a:prstGeom prst="rect">
            <a:avLst/>
          </a:prstGeom>
          <a:solidFill>
            <a:srgbClr val="EAF6FB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202082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2027"/>
                </a:solidFill>
              </a:rPr>
              <a:t>Shared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2532888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53288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2027"/>
                </a:solidFill>
              </a:rPr>
              <a:t>Boot Time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37960" y="2532888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532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2027"/>
                </a:solidFill>
              </a:rPr>
              <a:t>Minutes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26680" y="2532888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253288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2027"/>
                </a:solidFill>
              </a:rPr>
              <a:t>Milliseconds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83480" y="3044952"/>
            <a:ext cx="1554480" cy="475488"/>
          </a:xfrm>
          <a:prstGeom prst="rect">
            <a:avLst/>
          </a:prstGeom>
          <a:solidFill>
            <a:srgbClr val="EAF6FB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04495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2027"/>
                </a:solidFill>
              </a:rPr>
              <a:t>Size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37960" y="3044952"/>
            <a:ext cx="1188720" cy="475488"/>
          </a:xfrm>
          <a:prstGeom prst="rect">
            <a:avLst/>
          </a:prstGeom>
          <a:solidFill>
            <a:srgbClr val="EAF6FB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0449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2027"/>
                </a:solidFill>
              </a:rPr>
              <a:t>GBs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26680" y="3044952"/>
            <a:ext cx="1188720" cy="475488"/>
          </a:xfrm>
          <a:prstGeom prst="rect">
            <a:avLst/>
          </a:prstGeom>
          <a:solidFill>
            <a:srgbClr val="EAF6FB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6680" y="304495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2027"/>
                </a:solidFill>
              </a:rPr>
              <a:t>MBs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83480" y="3557016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55701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2027"/>
                </a:solidFill>
              </a:rPr>
              <a:t>Isolation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37960" y="3557016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355701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2027"/>
                </a:solidFill>
              </a:rPr>
              <a:t>Full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26680" y="3557016"/>
            <a:ext cx="11887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6680" y="355701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2027"/>
                </a:solidFill>
              </a:rPr>
              <a:t>Process-level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</a:rPr>
              <a:t>Project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3931920"/>
          </a:xfrm>
          <a:prstGeom prst="rect">
            <a:avLst/>
          </a:prstGeom>
          <a:solidFill>
            <a:srgbClr val="162533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27"/>
                </a:solidFill>
              </a:rPr>
              <a:t>⚙️  Engine (engine.c)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CLI: start, stop, ps, logs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Creates namespaces via clone()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Sets up chroot / rootfs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Talks to supervisor via socket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Registers PID with kernel module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743200" cy="3931920"/>
          </a:xfrm>
          <a:prstGeom prst="rect">
            <a:avLst/>
          </a:prstGeom>
          <a:solidFill>
            <a:srgbClr val="162533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868680"/>
            <a:ext cx="2743200" cy="548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868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27"/>
                </a:solidFill>
              </a:rPr>
              <a:t>🧭  Supervisor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50876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Manages container lifecycle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Reaps zombie processes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Tracks container states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Sends signals on stop/kill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Maintains container registry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868680"/>
            <a:ext cx="2743200" cy="3931920"/>
          </a:xfrm>
          <a:prstGeom prst="rect">
            <a:avLst/>
          </a:prstGeom>
          <a:solidFill>
            <a:srgbClr val="162533"/>
          </a:solidFill>
          <a:ln w="254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868680"/>
            <a:ext cx="2743200" cy="5486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868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27"/>
                </a:solidFill>
              </a:rPr>
              <a:t>🔬  Kernel Module (monitor.c)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150876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Char device: /dev/container_monitor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ioctl: REGISTER / UNREGISTER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Timer fires every 1 second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Reads RSS from /proc via mm_struct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Enforces soft + hard memory limits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2834640"/>
            <a:ext cx="228600" cy="0"/>
          </a:xfrm>
          <a:prstGeom prst="line">
            <a:avLst/>
          </a:prstGeom>
          <a:noFill/>
          <a:ln w="19050">
            <a:solidFill>
              <a:srgbClr val="8EAA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989320" y="2834640"/>
            <a:ext cx="228600" cy="0"/>
          </a:xfrm>
          <a:prstGeom prst="line">
            <a:avLst/>
          </a:prstGeom>
          <a:noFill/>
          <a:ln w="19050">
            <a:solidFill>
              <a:srgbClr val="8EAAB8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OS Concepts Applied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91440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27"/>
                </a:solidFill>
              </a:rPr>
              <a:t>🔒  Process Isolation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E5A"/>
                </a:solidFill>
              </a:rPr>
              <a:t>clone() with CLONE_NEWPID,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E5A"/>
                </a:solidFill>
              </a:rPr>
              <a:t>CLONE_NEWNS creates isolated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E5A"/>
                </a:solidFill>
              </a:rPr>
              <a:t>process and mount namespaces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7432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91440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05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27"/>
                </a:solidFill>
              </a:rPr>
              <a:t>💾  Memory Management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4173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E5A"/>
                </a:solidFill>
              </a:rPr>
              <a:t>Kernel reads RSS via mm_struct.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E5A"/>
                </a:solidFill>
              </a:rPr>
              <a:t>Soft &amp; hard limits enforced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E5A"/>
                </a:solidFill>
              </a:rPr>
              <a:t>using SIGKILL from timer callback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7432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91440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005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27"/>
                </a:solidFill>
              </a:rPr>
              <a:t>📊  CPU Scheduling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4173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E5A"/>
                </a:solidFill>
              </a:rPr>
              <a:t>nice() system call adjusts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E5A"/>
                </a:solidFill>
              </a:rPr>
              <a:t>process priority. Lower nice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E5A"/>
                </a:solidFill>
              </a:rPr>
              <a:t>= more CPU time allocated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27432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91440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71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27"/>
                </a:solidFill>
              </a:rPr>
              <a:t>🗂️  File System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E5A"/>
                </a:solidFill>
              </a:rPr>
              <a:t>chroot() jails process inside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E5A"/>
                </a:solidFill>
              </a:rPr>
              <a:t>Alpine Linux rootfs. Mount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E5A"/>
                </a:solidFill>
              </a:rPr>
              <a:t>namespace isolates /proc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7432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80360"/>
            <a:ext cx="91440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971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27"/>
                </a:solidFill>
              </a:rPr>
              <a:t>👻  Zombie Prevention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3832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E5A"/>
                </a:solidFill>
              </a:rPr>
              <a:t>Supervisor calls waitpid()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E5A"/>
                </a:solidFill>
              </a:rPr>
              <a:t>to reap exited child processes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E5A"/>
                </a:solidFill>
              </a:rPr>
              <a:t>and prevent zombie accumulation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880360"/>
            <a:ext cx="27432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880360"/>
            <a:ext cx="91440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971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27"/>
                </a:solidFill>
              </a:rPr>
              <a:t>🔌  Kernel-User IPC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38328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E5A"/>
                </a:solidFill>
              </a:rPr>
              <a:t>ioctl() on char device sends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E5A"/>
                </a:solidFill>
              </a:rPr>
              <a:t>container metadata from user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E5A"/>
                </a:solidFill>
              </a:rPr>
              <a:t>space into kernel module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</a:rPr>
              <a:t>Memory Monitoring — Kernel Module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731520" cy="7315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868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027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1463040" cy="594360"/>
          </a:xfrm>
          <a:prstGeom prst="rect">
            <a:avLst/>
          </a:prstGeom>
          <a:solidFill>
            <a:srgbClr val="1625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737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insmod monitor.ko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377440"/>
            <a:ext cx="1463040" cy="731520"/>
          </a:xfrm>
          <a:prstGeom prst="rect">
            <a:avLst/>
          </a:prstGeom>
          <a:solidFill>
            <a:srgbClr val="0A1A24"/>
          </a:solidFill>
          <a:ln w="6350">
            <a:solidFill>
              <a:srgbClr val="8EAA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E0EF"/>
                </a:solidFill>
              </a:rPr>
              <a:t>Kernel module loaded,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E0EF"/>
                </a:solidFill>
              </a:rPr>
              <a:t>char device created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83080" y="1234440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868680"/>
            <a:ext cx="731520" cy="7315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868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027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057400" y="1737360"/>
            <a:ext cx="1463040" cy="594360"/>
          </a:xfrm>
          <a:prstGeom prst="rect">
            <a:avLst/>
          </a:prstGeom>
          <a:solidFill>
            <a:srgbClr val="1625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1737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ioctl REGISTER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57400" y="2377440"/>
            <a:ext cx="1463040" cy="731520"/>
          </a:xfrm>
          <a:prstGeom prst="rect">
            <a:avLst/>
          </a:prstGeom>
          <a:solidFill>
            <a:srgbClr val="0A1A24"/>
          </a:solidFill>
          <a:ln w="6350">
            <a:solidFill>
              <a:srgbClr val="8EAA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E0EF"/>
                </a:solidFill>
              </a:rPr>
              <a:t>Engine sends PID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E0EF"/>
                </a:solidFill>
              </a:rPr>
              <a:t>limits to kernel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20440" y="1234440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868680"/>
            <a:ext cx="731520" cy="7315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868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027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794760" y="1737360"/>
            <a:ext cx="1463040" cy="594360"/>
          </a:xfrm>
          <a:prstGeom prst="rect">
            <a:avLst/>
          </a:prstGeom>
          <a:solidFill>
            <a:srgbClr val="1625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1737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Timer fires (1s)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94760" y="2377440"/>
            <a:ext cx="1463040" cy="731520"/>
          </a:xfrm>
          <a:prstGeom prst="rect">
            <a:avLst/>
          </a:prstGeom>
          <a:solidFill>
            <a:srgbClr val="0A1A24"/>
          </a:solidFill>
          <a:ln w="6350">
            <a:solidFill>
              <a:srgbClr val="8EAA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E0EF"/>
                </a:solidFill>
              </a:rPr>
              <a:t>Reads RSS via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E0EF"/>
                </a:solidFill>
              </a:rPr>
              <a:t>get_mm_rss()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57800" y="1234440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868680"/>
            <a:ext cx="731520" cy="7315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868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027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532120" y="1737360"/>
            <a:ext cx="1463040" cy="594360"/>
          </a:xfrm>
          <a:prstGeom prst="rect">
            <a:avLst/>
          </a:prstGeom>
          <a:solidFill>
            <a:srgbClr val="1625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1737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Soft Limit Check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32120" y="2377440"/>
            <a:ext cx="1463040" cy="731520"/>
          </a:xfrm>
          <a:prstGeom prst="rect">
            <a:avLst/>
          </a:prstGeom>
          <a:solidFill>
            <a:srgbClr val="0A1A24"/>
          </a:solidFill>
          <a:ln w="6350">
            <a:solidFill>
              <a:srgbClr val="8EAA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E0EF"/>
                </a:solidFill>
              </a:rPr>
              <a:t>RSS &gt; soft → warn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E0EF"/>
                </a:solidFill>
              </a:rPr>
              <a:t>once via printk()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995160" y="1234440"/>
            <a:ext cx="4572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868680"/>
            <a:ext cx="731520" cy="7315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868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027"/>
                </a:solidFill>
              </a:rPr>
              <a:t>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269480" y="1737360"/>
            <a:ext cx="1463040" cy="594360"/>
          </a:xfrm>
          <a:prstGeom prst="rect">
            <a:avLst/>
          </a:prstGeom>
          <a:solidFill>
            <a:srgbClr val="1625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7373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Hard Limit Check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69480" y="2377440"/>
            <a:ext cx="1463040" cy="731520"/>
          </a:xfrm>
          <a:prstGeom prst="rect">
            <a:avLst/>
          </a:prstGeom>
          <a:solidFill>
            <a:srgbClr val="0A1A24"/>
          </a:solidFill>
          <a:ln w="6350">
            <a:solidFill>
              <a:srgbClr val="8EAAB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0E0EF"/>
                </a:solidFill>
              </a:rPr>
              <a:t>RSS &gt; hard → SIGKILL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0E0EF"/>
                </a:solidFill>
              </a:rPr>
              <a:t>+ remove entry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Memory Limit Enforcement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7200" y="3749040"/>
            <a:ext cx="5486400" cy="6400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3749040"/>
            <a:ext cx="2798618" cy="6400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418" y="3749040"/>
            <a:ext cx="8589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20 MiB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27"/>
                </a:solidFill>
              </a:rPr>
              <a:t>Soft: 20 MiB → WARN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82142" y="3749040"/>
            <a:ext cx="215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27"/>
                </a:solidFill>
              </a:rPr>
              <a:t>Hard: 40 MiB → KILL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89320" y="37490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40 MiB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CPU Scheduling with nice()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657600"/>
          </a:xfrm>
          <a:prstGeom prst="rect">
            <a:avLst/>
          </a:prstGeom>
          <a:solidFill>
            <a:srgbClr val="0F2027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How nice() Works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84048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Range: -20 (highest) to +19 (lowest)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Lower nice value = more CPU time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Higher nice value = less CPU time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Only root can set negative values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In our project: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  cpu-high  →  nice = -10  (priority)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  cpu-low   →  nice = +10  (background)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0624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914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027"/>
                </a:solidFill>
              </a:rPr>
              <a:t>CPU Time Comparison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42062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00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27"/>
                </a:solidFill>
              </a:rPr>
              <a:t>cpu-high (nice -10)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347472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27"/>
                </a:solidFill>
              </a:rPr>
              <a:t>~70% CPU time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27"/>
                </a:solidFill>
              </a:rPr>
              <a:t>cpu-low (nice +10)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880360"/>
            <a:ext cx="1737360" cy="45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8803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27"/>
                </a:solidFill>
              </a:rPr>
              <a:t>~30%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520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334E5A"/>
                </a:solidFill>
              </a:rPr>
              <a:t>Same workload, different priority → different throughput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</a:rPr>
              <a:t>Results &amp; Observations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594360"/>
          </a:xfrm>
          <a:prstGeom prst="rect">
            <a:avLst/>
          </a:prstGeom>
          <a:solidFill>
            <a:srgbClr val="162533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8686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Container Lifecycle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11880" y="1005840"/>
            <a:ext cx="731520" cy="320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0058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27"/>
                </a:solidFill>
              </a:rPr>
              <a:t>PASS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34840" y="86868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start, stop, ps — all working correctly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536192"/>
            <a:ext cx="8412480" cy="594360"/>
          </a:xfrm>
          <a:prstGeom prst="rect">
            <a:avLst/>
          </a:prstGeom>
          <a:solidFill>
            <a:srgbClr val="0D1E2A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3619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5361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Soft Memory Limit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11880" y="1673352"/>
            <a:ext cx="731520" cy="320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67335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27"/>
                </a:solidFill>
              </a:rPr>
              <a:t>PASS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4840" y="153619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Warning logged via dmesg at 20 MiB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203704"/>
            <a:ext cx="8412480" cy="594360"/>
          </a:xfrm>
          <a:prstGeom prst="rect">
            <a:avLst/>
          </a:prstGeom>
          <a:solidFill>
            <a:srgbClr val="162533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0370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203704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Hard Memory Limit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11880" y="2340864"/>
            <a:ext cx="731520" cy="320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2340864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27"/>
                </a:solidFill>
              </a:rPr>
              <a:t>PASS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34840" y="220370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Container auto-killed at 40 MiB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871216"/>
            <a:ext cx="8412480" cy="594360"/>
          </a:xfrm>
          <a:prstGeom prst="rect">
            <a:avLst/>
          </a:prstGeom>
          <a:solidFill>
            <a:srgbClr val="0D1E2A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87121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287121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CPU High Priority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11880" y="3008376"/>
            <a:ext cx="731520" cy="320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3008376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27"/>
                </a:solidFill>
              </a:rPr>
              <a:t>PASS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34840" y="2871216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cpu-high gets ~70% CPU (nice -10)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3538728"/>
            <a:ext cx="8412480" cy="594360"/>
          </a:xfrm>
          <a:prstGeom prst="rect">
            <a:avLst/>
          </a:prstGeom>
          <a:solidFill>
            <a:srgbClr val="162533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3872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35387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CPU Low Priority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11880" y="3675888"/>
            <a:ext cx="731520" cy="320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367588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27"/>
                </a:solidFill>
              </a:rPr>
              <a:t>PASS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34840" y="353872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cpu-low gets ~30% CPU (nice +10)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206240"/>
            <a:ext cx="8412480" cy="594360"/>
          </a:xfrm>
          <a:prstGeom prst="rect">
            <a:avLst/>
          </a:prstGeom>
          <a:solidFill>
            <a:srgbClr val="0D1E2A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2062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05840" y="42062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Zombie Prevention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11880" y="4343400"/>
            <a:ext cx="731520" cy="320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11880" y="4343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2027"/>
                </a:solidFill>
              </a:rPr>
              <a:t>PASS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34840" y="42062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No defunct processes found after cleanup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27"/>
          </a:solidFill>
          <a:ln w="12700">
            <a:solidFill>
              <a:srgbClr val="0F20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We Learned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27"/>
                </a:solidFill>
              </a:rPr>
              <a:t>🧠  Process Namespaces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27048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E5A"/>
                </a:solidFill>
              </a:rPr>
              <a:t>clone() system call with namespace flags creates true process isolation — the foundation of all container runtimes including Docker.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605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60120"/>
            <a:ext cx="416052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601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27"/>
                </a:solidFill>
              </a:rPr>
              <a:t>📡  Kernel-User Communication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527048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E5A"/>
                </a:solidFill>
              </a:rPr>
              <a:t>ioctl() on a character device is how user-space programs safely pass data into kernel space without exposing dangerous interfaces.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605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4160520" cy="5029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260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27"/>
                </a:solidFill>
              </a:rPr>
              <a:t>⏱️  Kernel Timers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493008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E5A"/>
                </a:solidFill>
              </a:rPr>
              <a:t>mod_timer() enables periodic work inside the kernel. Using list_for_each_entry_safe() prevents use-after-free bugs during list modification.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16052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C77D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26080"/>
            <a:ext cx="4160520" cy="50292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9260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027"/>
                </a:solidFill>
              </a:rPr>
              <a:t>⚖️  Scheduling &amp; Priorities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493008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E5A"/>
                </a:solidFill>
              </a:rPr>
              <a:t>Linux's CFS scheduler uses nice values to calculate CPU time shares. A difference of 10 nice units roughly doubles or halves CPU time.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49040" y="5486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</a:rPr>
              <a:t>OS Jackfruit — Mini Container Runtime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3108960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AB8"/>
                </a:solidFill>
              </a:rPr>
              <a:t>Built using: C  |  Linux Kernel Module  |  POSIX APIs  |  Alpine Linux rootfs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3840480"/>
            <a:ext cx="2743200" cy="868680"/>
          </a:xfrm>
          <a:prstGeom prst="rect">
            <a:avLst/>
          </a:prstGeom>
          <a:solidFill>
            <a:srgbClr val="162533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3840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Pruthviraj Patil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</a:rPr>
              <a:t>PES1UG24CS345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0" y="3840480"/>
            <a:ext cx="2743200" cy="868680"/>
          </a:xfrm>
          <a:prstGeom prst="rect">
            <a:avLst/>
          </a:prstGeom>
          <a:solidFill>
            <a:srgbClr val="162533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3840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Rajat Kooge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</a:rPr>
              <a:t>PES1UG24CS362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729</Words>
  <Application>Microsoft Office PowerPoint</Application>
  <PresentationFormat>On-screen Show (16:9)</PresentationFormat>
  <Paragraphs>170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Jackfruit – Mini Container Runtime</dc:title>
  <dc:subject>PptxGenJS Presentation</dc:subject>
  <dc:creator>PptxGenJS</dc:creator>
  <cp:lastModifiedBy>pruthviraj patil</cp:lastModifiedBy>
  <cp:revision>3</cp:revision>
  <dcterms:created xsi:type="dcterms:W3CDTF">2026-04-21T06:32:08Z</dcterms:created>
  <dcterms:modified xsi:type="dcterms:W3CDTF">2026-04-22T19:13:14Z</dcterms:modified>
</cp:coreProperties>
</file>